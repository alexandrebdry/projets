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94C839-895E-423F-A9B7-AFC2C263A583}" v="1" dt="2019-09-09T08:09:57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19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83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344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94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29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86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40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887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37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94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30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F8F59-0C15-4021-AC33-EE214C618DE5}" type="datetimeFigureOut">
              <a:rPr lang="fr-FR" smtClean="0"/>
              <a:t>09/09/2019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0DD6F-4435-4D72-B75C-D08A758E6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200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gitlab.iutparis.local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440025" y="1595535"/>
            <a:ext cx="9144000" cy="3286028"/>
          </a:xfrm>
        </p:spPr>
        <p:txBody>
          <a:bodyPr>
            <a:normAutofit fontScale="90000"/>
          </a:bodyPr>
          <a:lstStyle/>
          <a:p>
            <a:r>
              <a:rPr lang="fr-FR" dirty="0"/>
              <a:t>Comment activer son compte</a:t>
            </a:r>
            <a:br>
              <a:rPr lang="fr-FR" dirty="0"/>
            </a:br>
            <a:r>
              <a:rPr lang="fr-FR" dirty="0"/>
              <a:t>et créer ses projets</a:t>
            </a:r>
            <a:br>
              <a:rPr lang="fr-FR" dirty="0"/>
            </a:br>
            <a:r>
              <a:rPr lang="fr-FR" dirty="0"/>
              <a:t> sur</a:t>
            </a:r>
            <a:br>
              <a:rPr lang="fr-FR" dirty="0"/>
            </a:br>
            <a:r>
              <a:rPr lang="fr-FR" dirty="0" err="1"/>
              <a:t>gitlab.iutparis.local</a:t>
            </a:r>
            <a:r>
              <a:rPr lang="fr-F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6284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Modifier son mot de passe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lnSpcReduction="10000"/>
          </a:bodyPr>
          <a:lstStyle/>
          <a:p>
            <a:r>
              <a:rPr lang="fr-FR" dirty="0"/>
              <a:t>Votre compte est créé par un des administrateurs du site.</a:t>
            </a:r>
          </a:p>
          <a:p>
            <a:r>
              <a:rPr lang="fr-FR" dirty="0"/>
              <a:t>Votre adresse électronique de l’IUT (format @etu.parisdescartes.fr) est obligatoire lors de la création.</a:t>
            </a:r>
          </a:p>
          <a:p>
            <a:r>
              <a:rPr lang="fr-FR" dirty="0"/>
              <a:t>Pour activer votre compte, il faudra déclarer votre mot de passe.</a:t>
            </a:r>
          </a:p>
          <a:p>
            <a:r>
              <a:rPr lang="fr-FR" dirty="0"/>
              <a:t>Pour cela, vous devez vous rendre à l’adresse </a:t>
            </a:r>
            <a:r>
              <a:rPr lang="fr-FR" dirty="0">
                <a:hlinkClick r:id="rId2"/>
              </a:rPr>
              <a:t>http://gitlab.iutparis.local</a:t>
            </a:r>
            <a:r>
              <a:rPr lang="fr-FR" dirty="0"/>
              <a:t> depuis un ordinateur situé à l’IUT (le site n’est pas accessible par le réseau externe).</a:t>
            </a:r>
          </a:p>
          <a:p>
            <a:r>
              <a:rPr lang="fr-FR" dirty="0"/>
              <a:t>Sur la page de connexion, vous cliquez sur le lien « </a:t>
            </a:r>
            <a:r>
              <a:rPr lang="fr-FR" sz="2400" u="sng" dirty="0" err="1">
                <a:solidFill>
                  <a:schemeClr val="accent1">
                    <a:lumMod val="75000"/>
                  </a:schemeClr>
                </a:solidFill>
              </a:rPr>
              <a:t>Forgot</a:t>
            </a:r>
            <a:r>
              <a:rPr lang="fr-FR" sz="2400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400" u="sng" dirty="0" err="1">
                <a:solidFill>
                  <a:schemeClr val="accent1">
                    <a:lumMod val="75000"/>
                  </a:schemeClr>
                </a:solidFill>
              </a:rPr>
              <a:t>your</a:t>
            </a:r>
            <a:r>
              <a:rPr lang="fr-FR" sz="2400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400" u="sng" dirty="0" err="1">
                <a:solidFill>
                  <a:schemeClr val="accent1">
                    <a:lumMod val="75000"/>
                  </a:schemeClr>
                </a:solidFill>
              </a:rPr>
              <a:t>password</a:t>
            </a:r>
            <a:r>
              <a:rPr lang="fr-FR" sz="2400" u="sng" dirty="0">
                <a:solidFill>
                  <a:schemeClr val="accent1">
                    <a:lumMod val="75000"/>
                  </a:schemeClr>
                </a:solidFill>
              </a:rPr>
              <a:t>?</a:t>
            </a:r>
            <a:r>
              <a:rPr lang="fr-FR" dirty="0"/>
              <a:t> » .</a:t>
            </a:r>
          </a:p>
          <a:p>
            <a:r>
              <a:rPr lang="fr-FR" dirty="0"/>
              <a:t>Ce lien permettra au site de vous envoyer un message ayant en pièce jointe les instructions pour saisir votre mot de passe.</a:t>
            </a:r>
          </a:p>
          <a:p>
            <a:r>
              <a:rPr lang="fr-FR" dirty="0"/>
              <a:t>Pour les fois suivantes, vous vous connecterez avec votre identifiant et mot de passe.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330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Modifier son mot de passe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5" y="1325563"/>
            <a:ext cx="3981450" cy="310515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4121215" y="2150352"/>
            <a:ext cx="7919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 cliquant sur le lien </a:t>
            </a:r>
            <a:r>
              <a:rPr lang="fr-FR" u="sng" dirty="0" err="1">
                <a:solidFill>
                  <a:schemeClr val="accent1">
                    <a:lumMod val="75000"/>
                  </a:schemeClr>
                </a:solidFill>
              </a:rPr>
              <a:t>Forgot</a:t>
            </a:r>
            <a:r>
              <a:rPr lang="fr-FR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u="sng" dirty="0" err="1">
                <a:solidFill>
                  <a:schemeClr val="accent1">
                    <a:lumMod val="75000"/>
                  </a:schemeClr>
                </a:solidFill>
              </a:rPr>
              <a:t>your</a:t>
            </a:r>
            <a:r>
              <a:rPr lang="fr-FR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u="sng" dirty="0" err="1">
                <a:solidFill>
                  <a:schemeClr val="accent1">
                    <a:lumMod val="75000"/>
                  </a:schemeClr>
                </a:solidFill>
              </a:rPr>
              <a:t>password</a:t>
            </a:r>
            <a:r>
              <a:rPr lang="fr-FR" u="sng" dirty="0">
                <a:solidFill>
                  <a:schemeClr val="accent1">
                    <a:lumMod val="75000"/>
                  </a:schemeClr>
                </a:solidFill>
              </a:rPr>
              <a:t>?</a:t>
            </a:r>
            <a:r>
              <a:rPr lang="fr-FR" dirty="0"/>
              <a:t>, vous êtes redirigé sur une nouvelle</a:t>
            </a:r>
          </a:p>
          <a:p>
            <a:r>
              <a:rPr lang="fr-FR" dirty="0"/>
              <a:t>page vous demandant de saisir votre adresse mail (format @etu.parisdescartes.fr).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4121215" y="3368424"/>
            <a:ext cx="78612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 cliquant sur le bouton Reset </a:t>
            </a:r>
            <a:r>
              <a:rPr lang="fr-FR" dirty="0" err="1"/>
              <a:t>password</a:t>
            </a:r>
            <a:r>
              <a:rPr lang="fr-FR" dirty="0"/>
              <a:t>, le message est transmis à l’adresse mail</a:t>
            </a:r>
            <a:br>
              <a:rPr lang="fr-FR" dirty="0"/>
            </a:br>
            <a:r>
              <a:rPr lang="fr-FR" dirty="0"/>
              <a:t>saisie dans le boîte de dialogue au dessus (le nom a été effacé pour l’exemple).</a:t>
            </a:r>
          </a:p>
          <a:p>
            <a:endParaRPr lang="fr-FR" dirty="0"/>
          </a:p>
          <a:p>
            <a:r>
              <a:rPr lang="fr-FR" dirty="0"/>
              <a:t>Vous recevez dans votre boîte mail un message intitulé : </a:t>
            </a:r>
          </a:p>
          <a:p>
            <a:r>
              <a:rPr lang="fr-FR" dirty="0"/>
              <a:t>Demande de modification de mot de passe pour </a:t>
            </a:r>
            <a:r>
              <a:rPr lang="fr-FR" dirty="0" err="1"/>
              <a:t>gitlab.iutparis.local</a:t>
            </a:r>
            <a:r>
              <a:rPr lang="fr-FR" dirty="0"/>
              <a:t> </a:t>
            </a:r>
          </a:p>
          <a:p>
            <a:r>
              <a:rPr lang="fr-FR" dirty="0"/>
              <a:t>et contenant un document joint « sans nom » . Ouvrir ce document.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65" y="4309813"/>
            <a:ext cx="3629025" cy="2162175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841" y="5105887"/>
            <a:ext cx="44767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7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Modifier son mot de passe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1" y="1657350"/>
            <a:ext cx="7772400" cy="21717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896" y="3829050"/>
            <a:ext cx="3905250" cy="302895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0" y="1657350"/>
            <a:ext cx="438729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texte du message est le suivant: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En cliquant sur le lien, vous êtes redirigé</a:t>
            </a:r>
          </a:p>
          <a:p>
            <a:r>
              <a:rPr lang="fr-FR" dirty="0"/>
              <a:t>vers un formulaire vous proposant la</a:t>
            </a:r>
            <a:br>
              <a:rPr lang="fr-FR" dirty="0"/>
            </a:br>
            <a:r>
              <a:rPr lang="fr-FR" dirty="0"/>
              <a:t>saisie et la confirmation de votre mot de</a:t>
            </a:r>
          </a:p>
          <a:p>
            <a:r>
              <a:rPr lang="fr-FR" dirty="0"/>
              <a:t>passe.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Cliquer sur le bouton Change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password</a:t>
            </a:r>
            <a:r>
              <a:rPr lang="fr-FR" dirty="0"/>
              <a:t> </a:t>
            </a:r>
          </a:p>
          <a:p>
            <a:r>
              <a:rPr lang="fr-FR" dirty="0"/>
              <a:t>pour valider votre modification.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04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Tableau de bord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87348" y="1443071"/>
            <a:ext cx="5951376" cy="1794652"/>
          </a:xfrm>
        </p:spPr>
        <p:txBody>
          <a:bodyPr/>
          <a:lstStyle/>
          <a:p>
            <a:r>
              <a:rPr lang="fr-FR" dirty="0"/>
              <a:t>Vous accédez à votre tableau de bord.</a:t>
            </a:r>
          </a:p>
          <a:p>
            <a:r>
              <a:rPr lang="fr-FR" dirty="0"/>
              <a:t>Vous pouvez maintenant créer des projets pour travailler avec Git et </a:t>
            </a:r>
            <a:r>
              <a:rPr lang="fr-FR" dirty="0" err="1"/>
              <a:t>Gitlab</a:t>
            </a:r>
            <a:r>
              <a:rPr lang="fr-FR" dirty="0"/>
              <a:t>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49" y="1343818"/>
            <a:ext cx="5048250" cy="2952750"/>
          </a:xfrm>
          <a:prstGeom prst="rect">
            <a:avLst/>
          </a:prstGeom>
        </p:spPr>
      </p:pic>
      <p:sp>
        <p:nvSpPr>
          <p:cNvPr id="6" name="Espace réservé du contenu 2"/>
          <p:cNvSpPr txBox="1">
            <a:spLocks/>
          </p:cNvSpPr>
          <p:nvPr/>
        </p:nvSpPr>
        <p:spPr>
          <a:xfrm>
            <a:off x="0" y="4373774"/>
            <a:ext cx="12192000" cy="2419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projets que vous créez dans </a:t>
            </a:r>
            <a:r>
              <a:rPr lang="fr-FR" dirty="0" err="1"/>
              <a:t>gitlab.iutparis.local</a:t>
            </a:r>
            <a:r>
              <a:rPr lang="fr-FR" dirty="0"/>
              <a:t> ont par défaut une visibilité privée. Vous en êtes le propriétaire et vous en avez la totale responsabilité.</a:t>
            </a:r>
          </a:p>
          <a:p>
            <a:r>
              <a:rPr lang="fr-FR" dirty="0"/>
              <a:t>Vous êtes autorisé à partager vos projets. Il faudra modifier leur visibilité à </a:t>
            </a:r>
            <a:r>
              <a:rPr lang="fr-FR" dirty="0" err="1"/>
              <a:t>internal</a:t>
            </a:r>
            <a:r>
              <a:rPr lang="fr-FR" dirty="0"/>
              <a:t> et ajouter les utilisateurs autorisés à travailler en commun sur ce projet.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81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Règles de partage de vos projets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532437"/>
          </a:xfrm>
        </p:spPr>
        <p:txBody>
          <a:bodyPr/>
          <a:lstStyle/>
          <a:p>
            <a:r>
              <a:rPr lang="fr-FR" dirty="0"/>
              <a:t>Le site ne permet pas de rendre un projet public (accessible à tous) sans intervention expresse d’un administrateur.</a:t>
            </a:r>
          </a:p>
          <a:p>
            <a:r>
              <a:rPr lang="fr-FR" dirty="0"/>
              <a:t>Vous partagez vos projets avec les étudiants avec lesquels vous rendez un travail à un enseignant.</a:t>
            </a:r>
          </a:p>
          <a:p>
            <a:r>
              <a:rPr lang="fr-FR" dirty="0"/>
              <a:t>Ce partage engage votre responsabilité.</a:t>
            </a:r>
          </a:p>
          <a:p>
            <a:r>
              <a:rPr lang="fr-FR" dirty="0"/>
              <a:t>Vous ne devez pas partager un projet pour le communiquer pour quelques raisons que ce soient à une personne ne travaillant pas en équipe avec vous sur ce projet. Un partage fait dans ces conditions serait assimilé à de la fraude ou du plagiat. Il entrainerait en plus des sanctions déjà prévues un blocage des comptes utilisateurs concernés dans </a:t>
            </a:r>
            <a:r>
              <a:rPr lang="fr-FR" dirty="0" err="1"/>
              <a:t>gitlab.iutparis.local</a:t>
            </a:r>
            <a:endParaRPr lang="fr-FR" dirty="0"/>
          </a:p>
          <a:p>
            <a:r>
              <a:rPr lang="fr-FR" dirty="0"/>
              <a:t>Les actions sont tracées dans l’outil et les administrateurs peuvent vérifier à tout moment l’état des partages.</a:t>
            </a:r>
          </a:p>
        </p:txBody>
      </p:sp>
    </p:spTree>
    <p:extLst>
      <p:ext uri="{BB962C8B-B14F-4D97-AF65-F5344CB8AC3E}">
        <p14:creationId xmlns:p14="http://schemas.microsoft.com/office/powerpoint/2010/main" val="41148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Créer un projet</a:t>
            </a:r>
          </a:p>
        </p:txBody>
      </p:sp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664969"/>
          </a:xfrm>
        </p:spPr>
        <p:txBody>
          <a:bodyPr/>
          <a:lstStyle/>
          <a:p>
            <a:r>
              <a:rPr lang="fr-FR" dirty="0"/>
              <a:t>Sur votre tableau de bord (Dashboard), cliquer sur le bouton 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409" y="1228531"/>
            <a:ext cx="1638300" cy="7620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37" y="2463568"/>
            <a:ext cx="9181148" cy="4300538"/>
          </a:xfrm>
          <a:prstGeom prst="rect">
            <a:avLst/>
          </a:prstGeom>
        </p:spPr>
      </p:pic>
      <p:sp>
        <p:nvSpPr>
          <p:cNvPr id="9" name="Espace réservé du contenu 2"/>
          <p:cNvSpPr txBox="1">
            <a:spLocks/>
          </p:cNvSpPr>
          <p:nvPr/>
        </p:nvSpPr>
        <p:spPr>
          <a:xfrm>
            <a:off x="0" y="1955935"/>
            <a:ext cx="12192000" cy="664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Remplissez les zones et valider en cliquant sur le bouton </a:t>
            </a:r>
            <a:r>
              <a:rPr lang="fr-FR" dirty="0" err="1"/>
              <a:t>Create</a:t>
            </a:r>
            <a:r>
              <a:rPr lang="fr-FR" dirty="0"/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396374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Partager un projet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159214"/>
          </a:xfrm>
        </p:spPr>
        <p:txBody>
          <a:bodyPr/>
          <a:lstStyle/>
          <a:p>
            <a:r>
              <a:rPr lang="fr-FR" dirty="0"/>
              <a:t>Dans le menu de gauche, choisissez l’item Settings.</a:t>
            </a:r>
          </a:p>
          <a:p>
            <a:r>
              <a:rPr lang="fr-FR" dirty="0"/>
              <a:t>Dans la page qui s’affiche, passez la visibilité à </a:t>
            </a:r>
            <a:r>
              <a:rPr lang="fr-FR" dirty="0" err="1"/>
              <a:t>Internal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Validez en cliquant sur le bouton </a:t>
            </a:r>
          </a:p>
          <a:p>
            <a:endParaRPr lang="fr-FR" dirty="0"/>
          </a:p>
          <a:p>
            <a:r>
              <a:rPr lang="fr-FR" dirty="0"/>
              <a:t>Votre projet est maintenant prêt à être partagé.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2414587"/>
            <a:ext cx="6896100" cy="202882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312" y="4332222"/>
            <a:ext cx="16002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64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dirty="0"/>
              <a:t>Donner les droits sur un projet partagé</a:t>
            </a:r>
          </a:p>
        </p:txBody>
      </p:sp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159214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Dans le menu de gauche, choisissez l’item </a:t>
            </a:r>
            <a:r>
              <a:rPr lang="fr-FR" dirty="0" err="1"/>
              <a:t>Members</a:t>
            </a:r>
            <a:r>
              <a:rPr lang="fr-FR" dirty="0"/>
              <a:t>.</a:t>
            </a:r>
          </a:p>
          <a:p>
            <a:r>
              <a:rPr lang="fr-FR" dirty="0"/>
              <a:t>Dans la page qui s’affiche, cliquez sur le bouton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members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Dans la zone People, vous choisissez la personne qui aura accès à votre projet.</a:t>
            </a:r>
          </a:p>
          <a:p>
            <a:r>
              <a:rPr lang="fr-FR" dirty="0"/>
              <a:t>Dans la zone Project Access, vous définissez le niveau de droits que vous donnez à cette personne sur votre projet (la description des droits possibles est consultable en cliquant sur le lien </a:t>
            </a:r>
            <a:r>
              <a:rPr lang="fr-FR" b="1" dirty="0" err="1">
                <a:solidFill>
                  <a:schemeClr val="accent5"/>
                </a:solidFill>
              </a:rPr>
              <a:t>here</a:t>
            </a:r>
            <a:r>
              <a:rPr lang="fr-FR" dirty="0"/>
              <a:t>.</a:t>
            </a:r>
          </a:p>
          <a:p>
            <a:r>
              <a:rPr lang="fr-FR" dirty="0"/>
              <a:t>Ces droits sont révocables à tout moment à partir de la page </a:t>
            </a:r>
            <a:r>
              <a:rPr lang="fr-FR" dirty="0" err="1"/>
              <a:t>Members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0" y="2406855"/>
            <a:ext cx="10431780" cy="246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890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559</Words>
  <Application>Microsoft Office PowerPoint</Application>
  <PresentationFormat>Grand écran</PresentationFormat>
  <Paragraphs>74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Comment activer son compte et créer ses projets  sur gitlab.iutparis.local?</vt:lpstr>
      <vt:lpstr>Modifier son mot de passe</vt:lpstr>
      <vt:lpstr>Modifier son mot de passe</vt:lpstr>
      <vt:lpstr>Modifier son mot de passe</vt:lpstr>
      <vt:lpstr>Tableau de bord</vt:lpstr>
      <vt:lpstr>Règles de partage de vos projets</vt:lpstr>
      <vt:lpstr>Créer un projet</vt:lpstr>
      <vt:lpstr>Partager un projet</vt:lpstr>
      <vt:lpstr>Donner les droits sur un projet partagé</vt:lpstr>
    </vt:vector>
  </TitlesOfParts>
  <Company>IUT PARIS DESCARTES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 activer son compte sur gitlab.iutparis.local?</dc:title>
  <dc:creator>POULLARD Pascal</dc:creator>
  <cp:lastModifiedBy>lucas risi</cp:lastModifiedBy>
  <cp:revision>14</cp:revision>
  <cp:lastPrinted>2015-10-30T10:24:59Z</cp:lastPrinted>
  <dcterms:created xsi:type="dcterms:W3CDTF">2015-10-30T09:23:48Z</dcterms:created>
  <dcterms:modified xsi:type="dcterms:W3CDTF">2019-09-09T08:10:07Z</dcterms:modified>
</cp:coreProperties>
</file>